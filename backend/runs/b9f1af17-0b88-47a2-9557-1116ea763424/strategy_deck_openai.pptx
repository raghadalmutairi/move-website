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OpenAI is a leading AI research and deployment company operating globally across consumer, developer, and enterprise segments. Its portfolio spans frontier models and agentic platforms for enterprises...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For enterprise AI program owners and engineering leaders who must ship safe, ROI-proven agentic workflows fast, OpenAI is the enterprise agent platform that pairs frontier models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12934"/>
                </a:solidFill>
                <a:latin typeface="Calibri"/>
              </a:rPr>
              <a:t>Productize Enterprise Frontier into vertical solution kits (healthcare, BFSI) with prebuilt governance templates to accelerate time-to-value and capture healthcare growth [27] while mitigating procurement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Market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007A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Key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Rapid enterprise shift from basic model access to agentic workflows and coding agents recognized by analyst research.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Growth in AI platform adoption across sectors, with NLP components among faster-growing segments through the next decade [27].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Healthcare/life sciences forecast as a high-growth AI platform end-use industry, encouraging verticalized solutions [27].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Sustained global investment in AI R&amp;D by public and private sectors, elevating competitive intensity and pace of innovation [31].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Growth Drivers &amp; Market Shifts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Growth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Enterprise Frontier engagements into repeatable blueprints for regulated industries (finance, healthcare) to capture higher-value transformation programs [4][27].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Package agentic development and governance as a platform layer that plugs into customers’ existing cloud/data estates, easing procurement versus hyperscaler defaults [27].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Leverage analyst recognition to accelerate enterprise proof points and case studies in agentic coding and operations [28][30].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Market Shifts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Competitive displacement by hyperscaler-native AI platforms bundled with existing cloud spend commitments [27].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Regulatory change or tightened enterprise governance requirements delaying deployments and increasing compliance costs [31].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Compute availability and cost pressures impacting model performance SLAs and margins.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Procurement friction from incomplete public pricing/packaging information for complex enterprise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Ideal Customer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Global 2000 enterprises executing AI transformation programs with multi-cloud/data estates.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Revenue &gt; $1B, regulated and quasi-regulated sectors (finance, healthcare, telec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Multi-cloud (AWS/Azure/GCP), modern data stack (Snowflake/Databricks/BigQuery),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Prototypes that stall before production due to governance, safety, and integration gaps.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Tool sprawl and vendor lock-in pressure from hyperscaler bundles conflicting with multi-cloud strategy.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Inability to prove ROI for AI programs beyond pilots; lack of repeatable blueprints.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Buying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Board-approved AI transformation initiative with budget tied to automation or developer productivity.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Cloud/data platform modernization or consolidation creating an integration window.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Compliance reviews mandating standardized AI governance and model risk management.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Customer support backlogs or rising cost-to-serve pushing toward AI-driven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STRATEGIC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White Space &amp; Market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Enterprise Frontier engagements into repeatable blueprints for regulated industries (finance, healthcare) to capture higher-value transformation programs [4][27].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Package agentic development and governance as a platform layer that plugs into customers’ existing cloud/data estates, easing procurement versus hyperscaler defaults [27].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Leverage analyst recognition to accelerate enterprise proof points and case studies in agentic coding and operations [28][30].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Competitive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Google (Google AI / Google DeepMind): Complex portfolio spanning research and multiple b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Microsoft (Microsoft AI): Broad portfolio may lead to slower iteration in ni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NVIDIA (NVIDIA AI): Primarily infrastructure/software platform; lacks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Global 2000 AI/ML leaders, software engineering/platform leaders, and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Who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8892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Operationalize governed coding and business agents that deliver measurable ROI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Enterprise agent platform (frontier models + governed orchestration +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9476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That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Fastest path to safe, production-grade agentic workflows and coding agents that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Unlike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Hyperscaler-native AI bundles that lock to a single cloud and point tools that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We provide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006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Gartner recognition in generative AI providers and as a Leader in Enterprise AI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Channel Strategy &amp; Mix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029200" cy="384048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PRIMARY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663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Analyst relations (Gartner/Forrester)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Funnel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46634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Investment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Cloud/data platform marketplaces (Azure, AWS, GCP, Snowflake, Databricks)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Technical field events &amp; exec roundtables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8912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Developer content and SDK launches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Multi-channel approach with clear primary focus and supporting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Campaign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From Models to Managed Agents: Enterprise Frontier Blueprints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Build Safely, Ship Faster: Coding Agents that Clear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Healthcare-Ready Agents: Governance Kits for PHI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6636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AI Ops at Scale: CX and Knowledge Agents with Observability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Sales Motion &amp;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Create qualified awareness with ICPs and align 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Quantify value, constraints, and select target 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Co-develop reference architecture and governance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Prove value in production-like environment with 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PROCURE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Convert pilot to enterprise agreement and deployme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Qualification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MEDDICC adapted for Enterprise AI (Metrics, Economic buyer, Decision criteria, Decision process, Identify pain, Champion, Competition + Compliance) with explicit Governance &amp; Risk addendum (data residency, safety, auditability).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90-Day GTM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Weeks 1-4 (Foundations)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Lock ICP focus, packaging, and partner routes with repeatable enterprise bluepri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Vertical Solution Kits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Packaging &amp; Pricing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Program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ROI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Weeks 5-8 (Activate)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Launch demand, start ABM pilots, and enable sales on new playbook.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ABM Launch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Content &amp; SEO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Field Enablement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Marketplace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Weeks 9-13 (Scale)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Convert pilots to lighthouse wins, publish proof, and expand with partners.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Pilot Factory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Case Study Engine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Co-Sell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International Lift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KPIs &amp; 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91440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North Star: Number of production enterprise agent workflows live (per quarter).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Qualified Enterprise Frontier Opportunities 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40-60 per quarter globally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Measures top-of-funnel health for enterprise agents.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Design Docs (SDD) 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20-30 per 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Signals conversion from discovery to committed pilot.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Pilot Launches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15-25 per quarter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Operational motion toward value proof.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Partner-Sourced/Influenced Pipeline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25-40% of enterprise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Reduces platform risk and accelerates procurement.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This analysis is based on comprehensive market research including competitive intelligence, customer insights, market trends, and strategic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Products and applications of OpenAI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OpenAI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open-openai.com: Congratulations! - OpenOpenAI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OpenAI Frontier | Enterprise platform for AI agents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AI Platforms to Accelerate your Business | 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chatgpt.com: ChatGPT for enterprise - 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forbes.com: Forbes 2026 AI 50 List | Top Artificial Intelligence Compani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aimagazine.com: Top 10: Machine Learning Companies | AI Magazine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sutrahr.com: Top 100 Best AI Companies In the World | 2026 Updated List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mad.firstmark.com: FirstMark | 2025 MAD (ML/AI/Data) Landscape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