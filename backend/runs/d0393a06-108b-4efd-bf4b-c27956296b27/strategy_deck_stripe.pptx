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Stripe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Stripe is a global financial infrastructure company enabling businesses to accept payments online and in-app, run subscriptions, and manage money movement and revenue operations. Its breadth spans pay...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For internet businesses from high-growth startups to global enterprises who need a single modern way to accept money, run subscriptions, and move funds globally, Stripe is the deve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12934"/>
                </a:solidFill>
                <a:latin typeface="Calibri"/>
              </a:rPr>
              <a:t>Expand localized payment methods and compliance coverage in priority growth markets to lift conversion and reduce regulatory launch friction, mitigating cross-border compliance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Market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007A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Key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Sustained growth in digital commerce and payments keeps the payments sector the most valuable part of financial services globally [67].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Merchants increasingly seek integrated recurring billing and revenue operations, favoring platforms that bundle payments with subscription management [62][63].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Heightened focus on fraud prevention and security as average breach costs and merchant fraud losses remain high in payment processing [61].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Growth Drivers &amp; Market Shifts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Growth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Win global enterprises migrating to modern API-first stacks as they consolidate vendors for payments plus billing.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Localize payment methods and compliance to unlock cross-border conversion and new-market penetration.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Monetize revenue operations (billing, invoicing, tax, reconciliation) as attach to core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Market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Margin compression from competitors with aggressive pricing or bundled ecosystems (wallets, SMB suites).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Regulatory and compliance shifts across jurisdictions raising cost-to-serve and time-to-launch.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Rising fraud and data-breach exposure increasing losses and undermining merchant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Enterprise Payments Leader at global platforms/marketplaces and public tech companies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Revenue &gt;$250M; multi-region sales (NA/EU/APAC); digital-native or undergoing di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API-first stack; microservices or modular commerce; uses modern data stack; supp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Fragmented payments, billing, and payouts inflate cost and slow launches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Low cross-border conversion due to missing local methods and weak auth rates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Revenue leakage from failed renewals, retries, and chargebacks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Buying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Entering new countries or adding local payment methods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Consolidating PSPs/billing tools after M&amp;A or platform re-architecture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Launching subscriptions/usage pricing or moving to enterprise contracts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Rising chargebacks/fraud losses or compliance audit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White Space &amp; Market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Win global enterprises migrating to modern API-first stacks as they consolidate vendors for payments plus billing.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Localize payment methods and compliance to unlock cross-border conversion and new-market penetration.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Monetize revenue operations (billing, invoicing, tax, reconciliation) as attach to core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Competitive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PayPal: Merchants may face varied fee components and surch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Square (Block): Historically strongest with in-person SMBs; enterp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Helcim: Smaller ecosystem and global reach compared to 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Internet businesses: SaaS, marketplaces/platforms, and enterprise digital commer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Who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8892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to accept payments globally, run subscriptions/usage, prevent fraud, and automat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developer-first payments and revenue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That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higher authorization and checkout conversion, faster launches in new markets, 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Unlike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wallet-led or SMB suite processors that fragment payments, billing, and payouts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We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Leader recognition for Stripe Billing; hundreds of millions of subscriptions acr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Channel Strategy &amp; Mix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029200" cy="384048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PRIMARY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663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Developer content +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Funnel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6634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Investment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SEO for payments/billing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Cloud/commerce platform partnerships (Shopify, Woo, BigCommerce, AWS)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8912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Enterprise ABM (LinkedIn, programmatic, email)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Multi-channel approach with clear primary focus and supporting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Campaign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Bundle the Revenue Stack: Payments + Billing + Tax, quantified ROI series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Local Wins Global: Unlock conversion with localized methods by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Auth Matters: +200 bps series with regional benchmarks and playbooks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6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Fraud Without Friction: Shared-risk options for high-risk segments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Sales Motion &amp;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Identify target accounts by segment and trigger (n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Quantify impact on revenue, cost, and risk. Map 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Co-create architecture (Payments + Billing +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Prove impact via sandbox and limited production 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Execute commercial agreement with bundled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Qualification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MEDDICC tailored for payments (Metrics, Economic buyer, Decision criteria, Decision process, Identify pain, Champion, Competition + Compliance)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90-Day GTM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Weeks 1–4 (Foundations)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Lock ICP focus, value narrative, and enablement for bundled Payments + Billing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Value Engineering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Reference Architectures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Compliance Pack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ABM Targeting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Weeks 5–8 (Activate)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Launch ABM waves, partner motions, and pilot program to validate KPIs; seed 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ABM Wave 1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 Program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GTM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Content/SEO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Weeks 9–13 (Scale)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Convert pilots to closes, expand localized methods, and institutionalize reporti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Deal Acceleration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Localization Rollout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QBR/Value Realization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Analytics &amp;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KPIs &amp; 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91440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North Star: Processed Payment Volume (PPV) from target segments with bundled attach rate (Payments + Billing)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Enterprise pipeline $ (qualified) from ABM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$150M–$250M/quarter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Fuel for PPV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Billing attach rate on new enterprise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60%–75%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Bundling drives ARPU/retention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Localized payment method coverage by top 15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85%–95% of top methods enabled/market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Enables conversion and 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Partner-sourced qualified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15%–25% of enterprise SQOs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Scales reach and accelerates compliance/local launches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This analysis is based on comprehensive market research including competitive intelligence, customer insights, market trends, and strategic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stripe.com: Stripe | Financial Infrastructure to Grow Your Revenue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dashboard.stripe.com: Stripe Login | Sign in to the Stripe Dashboard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support.stripe.com: Stripe: Help &amp; Support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Stripe, Inc.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stripe.com: Stripe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stripe.com: Enterprise Payment Solutions for Large Businesses | Stripe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attrock.com: 13 Stripe Competitors to Power Your Transactions | Attrock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forbes.com: Best Stripe Alternatives – Forbes AdvisorStripe Competitors: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distillintelligence.com: Stripe Competitors: Complete List &amp; Market Landscape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theretailexec.com: 10 Best Stripe Alternatives for Online Payments in 202611 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