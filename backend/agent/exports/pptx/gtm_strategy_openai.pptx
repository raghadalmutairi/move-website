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CADCFC"/>
                </a:solidFill>
                <a:latin typeface="Calibri"/>
              </a:rP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OpenAI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Strategic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118872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48463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OpenAI is a global AI research and deployment company best known for frontier generative models and a developer platform used by enterprises and consumers. Market growth tailwinds are strong across AI...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118872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48463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For enterprise AI platform decision‑makers who must scale trustworthy, high‑ROI generative AI from pilot to production, OpenAI is the enterprise AI research and deployment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88136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212934"/>
                </a:solidFill>
                <a:latin typeface="Calibri"/>
              </a:rPr>
              <a:t>Launch enterprise-grade governance, auditing, and model risk tooling to meet trustworthy AI expectations and preempt regulatory friction, directly mitigating the regulatory/trust risk [84].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Market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23160" y="2011680"/>
            <a:ext cx="29260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600" b="1">
                <a:solidFill>
                  <a:srgbClr val="007A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743200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5A6472"/>
                </a:solidFill>
                <a:latin typeface="Calibri"/>
              </a:rPr>
              <a:t>Key 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011680"/>
            <a:ext cx="29260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743200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5A6472"/>
                </a:solidFill>
                <a:latin typeface="Calibri"/>
              </a:rPr>
              <a:t>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Market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Acceleration of AI platform spend and toolchain adoption with robust CAGRs and growing reliance on development platforms, MLOps, and lifecycle management tools [82][83].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Enterprise buyers prioritize trustworthy AI practices, governance, and accountability amid heightened societal risk concerns and evolving regulation [84].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Agentic AI and enterprise coding assistants are entering mainstream enterprise evaluation and shortlists, supported by analyst coverage and recognition [85][87].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Cloud-based deployment remains dominant in AI platforms due to cost and integration advantages [82].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MARKET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Growth Drivers &amp; Market Shifts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Growth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Productize agentic workflows and enterprise coding assistants to capture seat growth and workflow lock-in [85][87].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Expand enterprise platform features (security, governance, MLOps integrations) aligned to the growing AI platform market [82][83].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Scale global go-to-market targeting industries increasing AI investment as overall AI spend rises [80].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Market Shifts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Regulatory tightening and trust deficits could slow enterprise deployment without demonstrable safeguards and accountability mechanisms [84].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Feature commoditization and pricing pressure from hyperscalers and broad AI toolkits may erode margins [81][83].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Integration and procurement friction in large enterprises if platform governance and ecosystem interoperability lag buyer expectations [82][83].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TARGET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Ideal Customer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18288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Company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Global 2000 enterprises scaling AI platforms across multiple functions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$1B+ revenue, multinational footprint, regulated or quasi‑regulated domains (fin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Cloud‑first, using modern data platforms (data lakes/warehouses), CI/CD, MLOps 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18288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Key 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Proving trustworthy AI with auditability, safety, and compliance at scale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Integration friction across data, MLOps, identity, and observability stacks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Pressure to deliver rapid ROI while features commoditize and prices compress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10881360" cy="1828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10515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Buying 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Board mandate to operationalize AI beyond pilots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Security/compliance review blocking generative AI tools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Adoption of a new MLOps/data platform needing LLM integration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Developer productivity or support backlog KPIs missed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STRATEGIC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White Space &amp; Market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Market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Productize agentic workflows and enterprise coding assistants to capture seat growth and workflow lock-in [85][87].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Expand enterprise platform features (security, governance, MLOps integrations) aligned to the growing AI platform market [82][83].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Scale global go-to-market targeting industries increasing AI investment as overall AI spend rises [80].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Competitive 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Anthropic: Smaller ecosystem breadth than subject’s multi-pro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DeepSeek: Ecosystem, compliance artifacts, and enterprise to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SiliconFlow: Relies on third‑party model performance/roadmaps;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Strategic Positioning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18320" cy="3474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28600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Enterprise AI leaders, product teams, and governed IT in Global 2000 and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78892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Who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78892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to deploy trustworthy, scalable agentic AI and coding assistants with measurable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9184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Enterprise AI research and deployment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9476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That delivers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9476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fastest path from prototype to governed production with agentic workflows and 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9768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Unlike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9768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hyperscaler bundles or single‑model providers focused on price or narrow SKUs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0060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We provide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80060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analyst recognition for enterprise coding agents; rapid model iteration; growing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Channel Strategy &amp; Mix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029200" cy="3840480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PRIMARY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4663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Security/Compliance Field Marketing (CISO councils, private roundtables)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4663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Calibri"/>
              </a:rPr>
              <a:t>Funnel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46634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4663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Calibri"/>
              </a:rPr>
              <a:t>Investment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539496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Alliances with MLOps/Data Platforms (Databricks, Snowflake, Azure ML, etc.)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7744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CONVERSION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108960"/>
            <a:ext cx="539496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24612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Developer Ecosystem (Docs, SDKs, GitHub templates, hackathons)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65760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AWARENESS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389120"/>
            <a:ext cx="539496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52628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Industry Solution Accelerators (finance, health-adjacent, retail)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3776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Multi-channel approach with clear primary focus and supporting channels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CAMPAIGNS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Campaign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Trust-by-Design: Ship Faster, Govern Always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6324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From Pilot to Production: Agentic Workflows that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1480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The Enterprise Coding Assistant Benchmark: Real ROI in 90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8348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6636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Your Stack, Your Cloud: OpenAI + Databricks/Snowflake Reference Week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Sales Motion &amp;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PROSPECT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Identify ICP accounts with near-term AI platform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Calibri"/>
              </a:rP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Quantify business impact and trust-by-design requi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Calibri"/>
              </a:rPr>
              <a:t>SOLUTIONING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Design target architecture, packaging, and complia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5A6472"/>
                </a:solidFill>
                <a:latin typeface="Calibri"/>
              </a:rPr>
              <a:t>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Prove value, safety, and integration 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5A6472"/>
                </a:solidFill>
                <a:latin typeface="Calibri"/>
              </a:rPr>
              <a:t>PROCUREMENT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Close commercials and risk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Qualification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97680"/>
            <a:ext cx="1088136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MEDDICC adapted for AI Platforms: Metrics (target ROI, productivity/time-to-market), Economic buyer (CIO/VP Eng), Decision criteria (security, governance, latency, cost-per-token/seat, ecosystem integrations), Decision process (security review, pilot success metrics, procurement), Implicated pain (pilot-to-production gap, governance risk, developer velocity), Champion (Head of AI/Platform Eng), Competition (hyperscalers, model-native, open-source)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90-Day GTM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Weeks 1-4 (Foundations)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Lock trust-by-design narrative, ICP targeting, and partner GTM to de-risk securi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Security &amp; Governance Pack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Reference Architectures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Enterprise Packaging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ABM Targeting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474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Weeks 5-8 (Activate)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Run pilots with governance baked-in; launch partner co-marketing and PLG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291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Pilot Program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Partner Co-Sell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PLG Upgrade Motions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Analyst &amp; 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828800"/>
            <a:ext cx="3474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Weeks 9-13 (Scale)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Convert pilots, expand lighthouse wins, and operationalize repeatability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291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Pilot-to-Prod Conversion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Vertical Accelerators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Enablement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Telemetry &amp; Governance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KPIs &amp; Success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914400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North Star: Enterprise Net ARR (new + expansion) from platform and agentic/coding assistant SKUs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Qualified ABM Opportunities Created (per quarter)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80-120 per Q (1:1/1:few ABM)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Top-of-funnel velocity for ICP 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Partner-sourced/Influenced Pipeline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25-40% of enterprise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Mitigate integration/procurement risk via co-sell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Trial-to-PQL Conversion Rate (enterprise intents)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12-18%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PLG efficiency for power-user to team upgrades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Security Review Cycle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≤30 days median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Remove trust bottlenecks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Sources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This analysis is based on comprehensive market research including competitive intelligence, customer insights, market trends, and strategic frameworks.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Key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openai.com: OpenAI | Research &amp; Deployment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en.wikipedia.org: OpenAI - Wikipedia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linkedin.com: OpenAI - LinkedIn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withorb.com: OpenAI pricing: Features and plans explained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techjacksolutions.com: ChatGPT Pricing 2026: All 6 Plans &amp; Limits - Tech Jacks Solu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developers.openai.com: Pricing | OpenAI API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en.wikipedia.org: Products and applications of OpenAI - Wikipedia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openai.com: OpenAI Newsroom | Product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openai.com: Introducing Frontier Alliances | OpenAI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openai.com: AI Platforms to Accelerate your Business - OpenAI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